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/>
              <a:t>SYRIA TEL COMMUNICATION CHURN PREDICTION</a:t>
            </a:r>
            <a:endParaRPr lang="en-GB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BUSINESS PROBLEM</a:t>
            </a:r>
            <a:endParaRPr lang="en-GB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GB" altLang="en-US"/>
              <a:t>we want to identify “at-risk” customers before they leave since every customer who leaves costs syriatel money.</a:t>
            </a:r>
            <a:endParaRPr lang="en-GB" altLang="en-US"/>
          </a:p>
          <a:p>
            <a:r>
              <a:rPr lang="en-GB" altLang="en-US"/>
              <a:t>This can be achieved by pondering the question, “Are there any predictable patterns in customer behaviour?”</a:t>
            </a:r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DATA ANALYSIS/APPROACH</a:t>
            </a:r>
            <a:endParaRPr lang="en-GB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GB" altLang="en-US"/>
              <a:t>Built two different prediction models using the syriatel churn dataset</a:t>
            </a:r>
            <a:endParaRPr lang="en-GB" altLang="en-US"/>
          </a:p>
          <a:p>
            <a:pPr marL="0" indent="0">
              <a:buNone/>
            </a:pPr>
            <a:r>
              <a:rPr lang="en-GB" altLang="en-US"/>
              <a:t>  (LOGISTIC REGRESSION and DECISION TREE)</a:t>
            </a:r>
            <a:endParaRPr lang="en-GB" altLang="en-US"/>
          </a:p>
          <a:p>
            <a:r>
              <a:rPr lang="en-GB" altLang="en-US"/>
              <a:t>Trained on 80% of customers and tested on the remaining 20%.</a:t>
            </a:r>
            <a:endParaRPr lang="en-GB" altLang="en-US"/>
          </a:p>
          <a:p>
            <a:pPr marL="0" indent="0">
              <a:buNone/>
            </a:pPr>
            <a:r>
              <a:rPr lang="en-GB" altLang="en-US"/>
              <a:t>   KEYWORDS</a:t>
            </a:r>
            <a:endParaRPr lang="en-GB" altLang="en-US"/>
          </a:p>
          <a:p>
            <a:r>
              <a:rPr lang="en-GB" altLang="en-US"/>
              <a:t>roc-auc - a measure of how well the model seperates leavers from stayers.</a:t>
            </a:r>
            <a:endParaRPr lang="en-GB" altLang="en-US"/>
          </a:p>
          <a:p>
            <a:r>
              <a:rPr lang="en-GB" altLang="en-US"/>
              <a:t>recall - of all customers who actually left,how many did we catch?</a:t>
            </a:r>
            <a:endParaRPr lang="en-GB" altLang="en-US"/>
          </a:p>
          <a:p>
            <a:r>
              <a:rPr lang="en-GB" altLang="en-US"/>
              <a:t>precision - of customers flagged as “high risk” , how many actually left?</a:t>
            </a:r>
            <a:endParaRPr lang="en-GB" altLang="en-US"/>
          </a:p>
          <a:p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DECISION TREE</a:t>
            </a:r>
            <a:endParaRPr lang="en-GB" altLang="en-US"/>
          </a:p>
        </p:txBody>
      </p:sp>
      <p:pic>
        <p:nvPicPr>
          <p:cNvPr id="4" name="Content Placeholder 3" descr="decision tre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95350" y="1856105"/>
            <a:ext cx="10354945" cy="4235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GB" altLang="en-US"/>
              <a:t>LOGISTIC REGRESSION</a:t>
            </a:r>
            <a:endParaRPr lang="en-GB" altLang="en-US"/>
          </a:p>
        </p:txBody>
      </p:sp>
      <p:pic>
        <p:nvPicPr>
          <p:cNvPr id="4" name="Content Placeholder 3" descr="logistic regressi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927225"/>
            <a:ext cx="10880725" cy="4045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BUSINESS FINDINGS</a:t>
            </a:r>
            <a:endParaRPr lang="en-GB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GB" altLang="en-US"/>
              <a:t>we found factors that increase churn risk:</a:t>
            </a:r>
            <a:endParaRPr lang="en-GB" altLang="en-US"/>
          </a:p>
          <a:p>
            <a:r>
              <a:rPr lang="en-GB" altLang="en-US"/>
              <a:t>1. high number of customer service calls (greater than 3) = risk</a:t>
            </a:r>
            <a:endParaRPr lang="en-GB" altLang="en-US"/>
          </a:p>
          <a:p>
            <a:r>
              <a:rPr lang="en-GB" altLang="en-US"/>
              <a:t>2. high daytime charges meant customers felt overcharged</a:t>
            </a:r>
            <a:endParaRPr lang="en-GB" altLang="en-US"/>
          </a:p>
          <a:p>
            <a:r>
              <a:rPr lang="en-GB" altLang="en-US"/>
              <a:t>3. having an international plan</a:t>
            </a:r>
            <a:endParaRPr lang="en-GB" altLang="en-US"/>
          </a:p>
          <a:p>
            <a:r>
              <a:rPr lang="en-GB" altLang="en-US"/>
              <a:t>we also found factors that reduce churn risk</a:t>
            </a:r>
            <a:endParaRPr lang="en-GB" altLang="en-US"/>
          </a:p>
          <a:p>
            <a:r>
              <a:rPr lang="en-GB" altLang="en-US"/>
              <a:t>1. having a voicemail plan</a:t>
            </a:r>
            <a:endParaRPr lang="en-GB" altLang="en-US"/>
          </a:p>
          <a:p>
            <a:r>
              <a:rPr lang="en-GB" altLang="en-US"/>
              <a:t>2.higher evening usage</a:t>
            </a:r>
            <a:endParaRPr lang="en-GB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BUSINESS FINDINGS:cont</a:t>
            </a:r>
            <a:endParaRPr lang="en-GB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GB" altLang="en-US"/>
              <a:t>Both models work well, but logistic regression is more reliable for daily predictions since it correctly identifies 8/10 customers who will churn and gives accurate risk scores making it more robust for daily use in comparison to its decision tree counter-part.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</p:txBody>
      </p:sp>
      <p:pic>
        <p:nvPicPr>
          <p:cNvPr id="2" name="Picture 1" descr="confusion matr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975" y="3535680"/>
            <a:ext cx="7686040" cy="2981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BUSINESS RECOMMENDATIONS</a:t>
            </a:r>
            <a:endParaRPr lang="en-GB" altLang="en-US"/>
          </a:p>
        </p:txBody>
      </p:sp>
      <p:graphicFrame>
        <p:nvGraphicFramePr>
          <p:cNvPr id="7" name="Content Placeholder 6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515600" cy="5142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73469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734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ACTION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TARGET</a:t>
                      </a:r>
                      <a:endParaRPr lang="en-GB" altLang="en-US"/>
                    </a:p>
                  </a:txBody>
                  <a:tcPr/>
                </a:tc>
              </a:tr>
              <a:tr h="734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call retention team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customers with more than 3 service calls in a month</a:t>
                      </a:r>
                      <a:endParaRPr lang="en-GB" altLang="en-US"/>
                    </a:p>
                  </a:txBody>
                  <a:tcPr/>
                </a:tc>
              </a:tr>
              <a:tr h="734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weekly risk report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all active customers scored by the logistic regression model(immediate outreach)</a:t>
                      </a:r>
                      <a:endParaRPr lang="en-GB" altLang="en-US"/>
                    </a:p>
                  </a:txBody>
                  <a:tcPr/>
                </a:tc>
              </a:tr>
              <a:tr h="73469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NEXT STEPS</a:t>
            </a:r>
            <a:endParaRPr lang="en-GB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GB" altLang="en-US"/>
              <a:t>A simple dashboard should be created to update churn risk on a weekly basis(excel would suffice)</a:t>
            </a:r>
            <a:endParaRPr lang="en-GB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347"/>
  <p:tag name="TABLE_ENDDRAG_RECT" val="66*143*828*34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1617</Words>
  <Application>WPS Presentation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SYRIA TEL COMMUNICATION CHURN PREDICTION</vt:lpstr>
      <vt:lpstr>BUSINESS PROBLEM</vt:lpstr>
      <vt:lpstr>DATA ANALYSIS/APPROACH</vt:lpstr>
      <vt:lpstr>DECISION TREE</vt:lpstr>
      <vt:lpstr>LOGISTIC REGRESSION</vt:lpstr>
      <vt:lpstr>BUSINESS FINDINGS</vt:lpstr>
      <vt:lpstr>BUSINESS FINDINGS:cont</vt:lpstr>
      <vt:lpstr>BUSINESS RECOMMENDATIONS</vt:lpstr>
      <vt:lpstr>NEXT STEPS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Admin</cp:lastModifiedBy>
  <cp:revision>7</cp:revision>
  <dcterms:created xsi:type="dcterms:W3CDTF">2025-07-23T00:59:00Z</dcterms:created>
  <dcterms:modified xsi:type="dcterms:W3CDTF">2026-05-02T14:40:31Z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0EB3EAF271D9471397ECC9E562AD5817_13</vt:lpwstr>
  </property>
  <property fmtid="{D5CDD505-2E9C-101B-9397-08002B2CF9AE}" pid="3" name="KSOProductBuildVer">
    <vt:lpwstr>1033-12.1.0.25242</vt:lpwstr>
  </property>
</Properties>
</file>